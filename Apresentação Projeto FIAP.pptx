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7" r:id="rId4"/>
    <p:sldId id="268" r:id="rId5"/>
    <p:sldId id="270" r:id="rId6"/>
    <p:sldId id="273" r:id="rId7"/>
    <p:sldId id="271" r:id="rId8"/>
    <p:sldId id="272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A854C5-FF0D-412F-B976-041037DFE914}" v="37" dt="2026-08-09T02:33:55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gor Azevedo" userId="acacacccbf0b3215" providerId="LiveId" clId="{AA28C5DE-8B5D-4E40-8B3C-278384DA07B8}"/>
    <pc:docChg chg="undo custSel addSld delSld modSld sldOrd">
      <pc:chgData name="Ygor Azevedo" userId="acacacccbf0b3215" providerId="LiveId" clId="{AA28C5DE-8B5D-4E40-8B3C-278384DA07B8}" dt="2026-08-09T02:50:31.447" v="3225" actId="14100"/>
      <pc:docMkLst>
        <pc:docMk/>
      </pc:docMkLst>
      <pc:sldChg chg="addSp delSp modSp new mod setBg">
        <pc:chgData name="Ygor Azevedo" userId="acacacccbf0b3215" providerId="LiveId" clId="{AA28C5DE-8B5D-4E40-8B3C-278384DA07B8}" dt="2026-08-02T13:30:41.930" v="302" actId="1076"/>
        <pc:sldMkLst>
          <pc:docMk/>
          <pc:sldMk cId="4117852529" sldId="256"/>
        </pc:sldMkLst>
        <pc:spChg chg="mod">
          <ac:chgData name="Ygor Azevedo" userId="acacacccbf0b3215" providerId="LiveId" clId="{AA28C5DE-8B5D-4E40-8B3C-278384DA07B8}" dt="2026-08-02T13:30:37.752" v="299" actId="1076"/>
          <ac:spMkLst>
            <pc:docMk/>
            <pc:sldMk cId="4117852529" sldId="256"/>
            <ac:spMk id="2" creationId="{4FFD0461-55AC-0993-41C2-4E0FB9F23AC3}"/>
          </ac:spMkLst>
        </pc:spChg>
        <pc:spChg chg="mod">
          <ac:chgData name="Ygor Azevedo" userId="acacacccbf0b3215" providerId="LiveId" clId="{AA28C5DE-8B5D-4E40-8B3C-278384DA07B8}" dt="2026-08-02T13:26:37.193" v="125" actId="20577"/>
          <ac:spMkLst>
            <pc:docMk/>
            <pc:sldMk cId="4117852529" sldId="256"/>
            <ac:spMk id="3" creationId="{15C764C0-5564-AD58-D43E-E31181E8E89F}"/>
          </ac:spMkLst>
        </pc:spChg>
        <pc:spChg chg="add">
          <ac:chgData name="Ygor Azevedo" userId="acacacccbf0b3215" providerId="LiveId" clId="{AA28C5DE-8B5D-4E40-8B3C-278384DA07B8}" dt="2026-08-02T13:25:00.881" v="21" actId="26606"/>
          <ac:spMkLst>
            <pc:docMk/>
            <pc:sldMk cId="4117852529" sldId="256"/>
            <ac:spMk id="37" creationId="{06DA9DF9-31F7-4056-B42E-878CC92417B8}"/>
          </ac:spMkLst>
        </pc:spChg>
        <pc:picChg chg="add mod">
          <ac:chgData name="Ygor Azevedo" userId="acacacccbf0b3215" providerId="LiveId" clId="{AA28C5DE-8B5D-4E40-8B3C-278384DA07B8}" dt="2026-08-02T13:25:00.881" v="21" actId="26606"/>
          <ac:picMkLst>
            <pc:docMk/>
            <pc:sldMk cId="4117852529" sldId="256"/>
            <ac:picMk id="5" creationId="{0D1CF283-15CF-187D-B2EB-B78A98F9ADDF}"/>
          </ac:picMkLst>
        </pc:picChg>
        <pc:picChg chg="add mod">
          <ac:chgData name="Ygor Azevedo" userId="acacacccbf0b3215" providerId="LiveId" clId="{AA28C5DE-8B5D-4E40-8B3C-278384DA07B8}" dt="2026-08-02T13:30:41.930" v="302" actId="1076"/>
          <ac:picMkLst>
            <pc:docMk/>
            <pc:sldMk cId="4117852529" sldId="256"/>
            <ac:picMk id="7" creationId="{07E179FC-9CD2-0B5F-8E95-43FBB1998F86}"/>
          </ac:picMkLst>
        </pc:picChg>
      </pc:sldChg>
      <pc:sldChg chg="addSp delSp modSp new mod">
        <pc:chgData name="Ygor Azevedo" userId="acacacccbf0b3215" providerId="LiveId" clId="{AA28C5DE-8B5D-4E40-8B3C-278384DA07B8}" dt="2026-08-08T22:13:41.271" v="2904" actId="20577"/>
        <pc:sldMkLst>
          <pc:docMk/>
          <pc:sldMk cId="983910870" sldId="257"/>
        </pc:sldMkLst>
        <pc:spChg chg="mod">
          <ac:chgData name="Ygor Azevedo" userId="acacacccbf0b3215" providerId="LiveId" clId="{AA28C5DE-8B5D-4E40-8B3C-278384DA07B8}" dt="2026-08-02T13:28:55.492" v="165" actId="20577"/>
          <ac:spMkLst>
            <pc:docMk/>
            <pc:sldMk cId="983910870" sldId="257"/>
            <ac:spMk id="2" creationId="{EDEB19CD-EB9A-54CA-B67F-6035CE511DD5}"/>
          </ac:spMkLst>
        </pc:spChg>
        <pc:spChg chg="mod">
          <ac:chgData name="Ygor Azevedo" userId="acacacccbf0b3215" providerId="LiveId" clId="{AA28C5DE-8B5D-4E40-8B3C-278384DA07B8}" dt="2026-08-08T22:13:41.271" v="2904" actId="20577"/>
          <ac:spMkLst>
            <pc:docMk/>
            <pc:sldMk cId="983910870" sldId="257"/>
            <ac:spMk id="3" creationId="{2F4D8306-CEA6-2987-0535-42BE0B393964}"/>
          </ac:spMkLst>
        </pc:spChg>
        <pc:picChg chg="add mod">
          <ac:chgData name="Ygor Azevedo" userId="acacacccbf0b3215" providerId="LiveId" clId="{AA28C5DE-8B5D-4E40-8B3C-278384DA07B8}" dt="2026-08-02T13:30:50.927" v="307" actId="1076"/>
          <ac:picMkLst>
            <pc:docMk/>
            <pc:sldMk cId="983910870" sldId="257"/>
            <ac:picMk id="7" creationId="{7364DD4C-5666-2AED-6F5E-A2FE1A2D452A}"/>
          </ac:picMkLst>
        </pc:picChg>
        <pc:picChg chg="add mod">
          <ac:chgData name="Ygor Azevedo" userId="acacacccbf0b3215" providerId="LiveId" clId="{AA28C5DE-8B5D-4E40-8B3C-278384DA07B8}" dt="2026-08-02T13:32:46.560" v="321" actId="1440"/>
          <ac:picMkLst>
            <pc:docMk/>
            <pc:sldMk cId="983910870" sldId="257"/>
            <ac:picMk id="11" creationId="{066F24FA-6463-A92F-E535-5653286D85C4}"/>
          </ac:picMkLst>
        </pc:picChg>
      </pc:sldChg>
      <pc:sldChg chg="addSp delSp modSp add del mod setBg addAnim delAnim">
        <pc:chgData name="Ygor Azevedo" userId="acacacccbf0b3215" providerId="LiveId" clId="{AA28C5DE-8B5D-4E40-8B3C-278384DA07B8}" dt="2026-08-08T22:13:18.904" v="2899" actId="2696"/>
        <pc:sldMkLst>
          <pc:docMk/>
          <pc:sldMk cId="957644871" sldId="258"/>
        </pc:sldMkLst>
        <pc:spChg chg="del mod">
          <ac:chgData name="Ygor Azevedo" userId="acacacccbf0b3215" providerId="LiveId" clId="{AA28C5DE-8B5D-4E40-8B3C-278384DA07B8}" dt="2026-08-08T01:51:53.490" v="1922" actId="478"/>
          <ac:spMkLst>
            <pc:docMk/>
            <pc:sldMk cId="957644871" sldId="258"/>
            <ac:spMk id="2" creationId="{EF7F8951-5CF3-A85B-F83C-FCC4351282A8}"/>
          </ac:spMkLst>
        </pc:spChg>
        <pc:spChg chg="add mod">
          <ac:chgData name="Ygor Azevedo" userId="acacacccbf0b3215" providerId="LiveId" clId="{AA28C5DE-8B5D-4E40-8B3C-278384DA07B8}" dt="2026-08-08T01:51:43.860" v="1919" actId="20577"/>
          <ac:spMkLst>
            <pc:docMk/>
            <pc:sldMk cId="957644871" sldId="258"/>
            <ac:spMk id="4" creationId="{06B13432-FC51-21A0-D28A-E1C63473907F}"/>
          </ac:spMkLst>
        </pc:spChg>
        <pc:spChg chg="add del mod">
          <ac:chgData name="Ygor Azevedo" userId="acacacccbf0b3215" providerId="LiveId" clId="{AA28C5DE-8B5D-4E40-8B3C-278384DA07B8}" dt="2026-08-08T02:05:35.662" v="1935" actId="478"/>
          <ac:spMkLst>
            <pc:docMk/>
            <pc:sldMk cId="957644871" sldId="258"/>
            <ac:spMk id="6" creationId="{17130721-4B48-C240-2E8B-3B0F93FB5CE8}"/>
          </ac:spMkLst>
        </pc:spChg>
        <pc:spChg chg="add del mod">
          <ac:chgData name="Ygor Azevedo" userId="acacacccbf0b3215" providerId="LiveId" clId="{AA28C5DE-8B5D-4E40-8B3C-278384DA07B8}" dt="2026-08-08T02:12:22.283" v="2201" actId="478"/>
          <ac:spMkLst>
            <pc:docMk/>
            <pc:sldMk cId="957644871" sldId="258"/>
            <ac:spMk id="15" creationId="{5C81F53F-1F2F-D0C3-3F13-9BDC73839D21}"/>
          </ac:spMkLst>
        </pc:spChg>
        <pc:spChg chg="add mod">
          <ac:chgData name="Ygor Azevedo" userId="acacacccbf0b3215" providerId="LiveId" clId="{AA28C5DE-8B5D-4E40-8B3C-278384DA07B8}" dt="2026-08-08T02:15:37.248" v="2247" actId="20577"/>
          <ac:spMkLst>
            <pc:docMk/>
            <pc:sldMk cId="957644871" sldId="258"/>
            <ac:spMk id="17" creationId="{128BF248-4623-EC59-B50A-22A37AC57D4E}"/>
          </ac:spMkLst>
        </pc:spChg>
        <pc:spChg chg="add mod">
          <ac:chgData name="Ygor Azevedo" userId="acacacccbf0b3215" providerId="LiveId" clId="{AA28C5DE-8B5D-4E40-8B3C-278384DA07B8}" dt="2026-08-08T02:12:56.158" v="2240" actId="20577"/>
          <ac:spMkLst>
            <pc:docMk/>
            <pc:sldMk cId="957644871" sldId="258"/>
            <ac:spMk id="19" creationId="{01A62DF0-F299-F086-17CF-90C63D52F014}"/>
          </ac:spMkLst>
        </pc:spChg>
        <pc:spChg chg="add del mod">
          <ac:chgData name="Ygor Azevedo" userId="acacacccbf0b3215" providerId="LiveId" clId="{AA28C5DE-8B5D-4E40-8B3C-278384DA07B8}" dt="2026-08-08T01:51:49.631" v="1921" actId="478"/>
          <ac:spMkLst>
            <pc:docMk/>
            <pc:sldMk cId="957644871" sldId="258"/>
            <ac:spMk id="22" creationId="{D8704209-8044-2F28-70F7-14C01CAADFE4}"/>
          </ac:spMkLst>
        </pc:spChg>
        <pc:spChg chg="add del">
          <ac:chgData name="Ygor Azevedo" userId="acacacccbf0b3215" providerId="LiveId" clId="{AA28C5DE-8B5D-4E40-8B3C-278384DA07B8}" dt="2026-08-08T03:04:45.669" v="2341" actId="22"/>
          <ac:spMkLst>
            <pc:docMk/>
            <pc:sldMk cId="957644871" sldId="258"/>
            <ac:spMk id="25" creationId="{77033375-0A5E-8EB5-06F3-D89AC761F34F}"/>
          </ac:spMkLst>
        </pc:spChg>
        <pc:picChg chg="add del">
          <ac:chgData name="Ygor Azevedo" userId="acacacccbf0b3215" providerId="LiveId" clId="{AA28C5DE-8B5D-4E40-8B3C-278384DA07B8}" dt="2026-08-08T02:04:44.603" v="1928" actId="478"/>
          <ac:picMkLst>
            <pc:docMk/>
            <pc:sldMk cId="957644871" sldId="258"/>
            <ac:picMk id="9" creationId="{BDB548AB-16A9-130D-270A-DA7629EC7696}"/>
          </ac:picMkLst>
        </pc:picChg>
        <pc:picChg chg="add del">
          <ac:chgData name="Ygor Azevedo" userId="acacacccbf0b3215" providerId="LiveId" clId="{AA28C5DE-8B5D-4E40-8B3C-278384DA07B8}" dt="2026-08-08T02:05:16.644" v="1930" actId="478"/>
          <ac:picMkLst>
            <pc:docMk/>
            <pc:sldMk cId="957644871" sldId="258"/>
            <ac:picMk id="11" creationId="{143DBC7C-3B5E-C389-B92D-E09BAD8516BB}"/>
          </ac:picMkLst>
        </pc:picChg>
        <pc:picChg chg="add mod">
          <ac:chgData name="Ygor Azevedo" userId="acacacccbf0b3215" providerId="LiveId" clId="{AA28C5DE-8B5D-4E40-8B3C-278384DA07B8}" dt="2026-08-08T02:15:30.597" v="2244" actId="1076"/>
          <ac:picMkLst>
            <pc:docMk/>
            <pc:sldMk cId="957644871" sldId="258"/>
            <ac:picMk id="13" creationId="{D1B3DD8D-689A-CDED-2C5B-32A6FFDCBC71}"/>
          </ac:picMkLst>
        </pc:picChg>
        <pc:picChg chg="add del mod">
          <ac:chgData name="Ygor Azevedo" userId="acacacccbf0b3215" providerId="LiveId" clId="{AA28C5DE-8B5D-4E40-8B3C-278384DA07B8}" dt="2026-08-08T01:52:01.619" v="1926" actId="478"/>
          <ac:picMkLst>
            <pc:docMk/>
            <pc:sldMk cId="957644871" sldId="258"/>
            <ac:picMk id="20" creationId="{E7D7BF7A-2000-56C8-4B55-1DB42AB2D1F4}"/>
          </ac:picMkLst>
        </pc:picChg>
        <pc:picChg chg="add mod">
          <ac:chgData name="Ygor Azevedo" userId="acacacccbf0b3215" providerId="LiveId" clId="{AA28C5DE-8B5D-4E40-8B3C-278384DA07B8}" dt="2026-08-08T02:12:49.124" v="2208" actId="1076"/>
          <ac:picMkLst>
            <pc:docMk/>
            <pc:sldMk cId="957644871" sldId="258"/>
            <ac:picMk id="23" creationId="{71728393-A36F-FFA6-0994-685B0BF65A9E}"/>
          </ac:picMkLst>
        </pc:picChg>
      </pc:sldChg>
      <pc:sldChg chg="addSp delSp modSp add del mod setBg">
        <pc:chgData name="Ygor Azevedo" userId="acacacccbf0b3215" providerId="LiveId" clId="{AA28C5DE-8B5D-4E40-8B3C-278384DA07B8}" dt="2026-08-08T02:26:56.462" v="2304" actId="47"/>
        <pc:sldMkLst>
          <pc:docMk/>
          <pc:sldMk cId="2734428771" sldId="259"/>
        </pc:sldMkLst>
      </pc:sldChg>
      <pc:sldChg chg="addSp delSp modSp add del mod">
        <pc:chgData name="Ygor Azevedo" userId="acacacccbf0b3215" providerId="LiveId" clId="{AA28C5DE-8B5D-4E40-8B3C-278384DA07B8}" dt="2026-08-08T02:27:02.753" v="2310" actId="47"/>
        <pc:sldMkLst>
          <pc:docMk/>
          <pc:sldMk cId="2335545197" sldId="260"/>
        </pc:sldMkLst>
      </pc:sldChg>
      <pc:sldChg chg="addSp delSp modSp add del mod">
        <pc:chgData name="Ygor Azevedo" userId="acacacccbf0b3215" providerId="LiveId" clId="{AA28C5DE-8B5D-4E40-8B3C-278384DA07B8}" dt="2026-08-08T02:27:03.796" v="2311" actId="47"/>
        <pc:sldMkLst>
          <pc:docMk/>
          <pc:sldMk cId="2373436695" sldId="261"/>
        </pc:sldMkLst>
      </pc:sldChg>
      <pc:sldChg chg="addSp delSp modSp add del mod">
        <pc:chgData name="Ygor Azevedo" userId="acacacccbf0b3215" providerId="LiveId" clId="{AA28C5DE-8B5D-4E40-8B3C-278384DA07B8}" dt="2026-08-08T02:27:00.029" v="2308" actId="47"/>
        <pc:sldMkLst>
          <pc:docMk/>
          <pc:sldMk cId="3101448822" sldId="262"/>
        </pc:sldMkLst>
      </pc:sldChg>
      <pc:sldChg chg="addSp delSp modSp add del mod">
        <pc:chgData name="Ygor Azevedo" userId="acacacccbf0b3215" providerId="LiveId" clId="{AA28C5DE-8B5D-4E40-8B3C-278384DA07B8}" dt="2026-08-08T02:26:58.329" v="2305" actId="47"/>
        <pc:sldMkLst>
          <pc:docMk/>
          <pc:sldMk cId="4167461307" sldId="263"/>
        </pc:sldMkLst>
      </pc:sldChg>
      <pc:sldChg chg="addSp modSp add del mod">
        <pc:chgData name="Ygor Azevedo" userId="acacacccbf0b3215" providerId="LiveId" clId="{AA28C5DE-8B5D-4E40-8B3C-278384DA07B8}" dt="2026-08-08T02:26:59.104" v="2307" actId="47"/>
        <pc:sldMkLst>
          <pc:docMk/>
          <pc:sldMk cId="2563584443" sldId="264"/>
        </pc:sldMkLst>
      </pc:sldChg>
      <pc:sldChg chg="modSp add del mod">
        <pc:chgData name="Ygor Azevedo" userId="acacacccbf0b3215" providerId="LiveId" clId="{AA28C5DE-8B5D-4E40-8B3C-278384DA07B8}" dt="2026-08-08T02:27:00.731" v="2309" actId="47"/>
        <pc:sldMkLst>
          <pc:docMk/>
          <pc:sldMk cId="1450904915" sldId="265"/>
        </pc:sldMkLst>
      </pc:sldChg>
      <pc:sldChg chg="add del">
        <pc:chgData name="Ygor Azevedo" userId="acacacccbf0b3215" providerId="LiveId" clId="{AA28C5DE-8B5D-4E40-8B3C-278384DA07B8}" dt="2026-08-08T02:26:58.821" v="2306" actId="47"/>
        <pc:sldMkLst>
          <pc:docMk/>
          <pc:sldMk cId="3378785245" sldId="266"/>
        </pc:sldMkLst>
      </pc:sldChg>
      <pc:sldChg chg="addSp delSp modSp add mod ord">
        <pc:chgData name="Ygor Azevedo" userId="acacacccbf0b3215" providerId="LiveId" clId="{AA28C5DE-8B5D-4E40-8B3C-278384DA07B8}" dt="2026-08-08T03:09:46.437" v="2502" actId="1076"/>
        <pc:sldMkLst>
          <pc:docMk/>
          <pc:sldMk cId="3475103288" sldId="267"/>
        </pc:sldMkLst>
        <pc:spChg chg="del mod">
          <ac:chgData name="Ygor Azevedo" userId="acacacccbf0b3215" providerId="LiveId" clId="{AA28C5DE-8B5D-4E40-8B3C-278384DA07B8}" dt="2026-08-08T01:51:00.599" v="1892" actId="478"/>
          <ac:spMkLst>
            <pc:docMk/>
            <pc:sldMk cId="3475103288" sldId="267"/>
            <ac:spMk id="2" creationId="{A72A91A9-1B67-5580-AAB7-E8735E77D676}"/>
          </ac:spMkLst>
        </pc:spChg>
        <pc:spChg chg="add mod">
          <ac:chgData name="Ygor Azevedo" userId="acacacccbf0b3215" providerId="LiveId" clId="{AA28C5DE-8B5D-4E40-8B3C-278384DA07B8}" dt="2026-08-08T03:09:46.437" v="2502" actId="1076"/>
          <ac:spMkLst>
            <pc:docMk/>
            <pc:sldMk cId="3475103288" sldId="267"/>
            <ac:spMk id="4" creationId="{FD7F41D4-15E3-EBFB-0675-4E5AF6172EF8}"/>
          </ac:spMkLst>
        </pc:spChg>
        <pc:spChg chg="add mod">
          <ac:chgData name="Ygor Azevedo" userId="acacacccbf0b3215" providerId="LiveId" clId="{AA28C5DE-8B5D-4E40-8B3C-278384DA07B8}" dt="2026-08-08T03:09:46.437" v="2502" actId="1076"/>
          <ac:spMkLst>
            <pc:docMk/>
            <pc:sldMk cId="3475103288" sldId="267"/>
            <ac:spMk id="8" creationId="{9742A779-90BE-9B76-484E-CF33B14552D0}"/>
          </ac:spMkLst>
        </pc:spChg>
        <pc:spChg chg="add mod">
          <ac:chgData name="Ygor Azevedo" userId="acacacccbf0b3215" providerId="LiveId" clId="{AA28C5DE-8B5D-4E40-8B3C-278384DA07B8}" dt="2026-08-08T03:09:46.437" v="2502" actId="1076"/>
          <ac:spMkLst>
            <pc:docMk/>
            <pc:sldMk cId="3475103288" sldId="267"/>
            <ac:spMk id="11" creationId="{CC977389-79BD-D4A7-5797-B7C90C00E0A3}"/>
          </ac:spMkLst>
        </pc:spChg>
        <pc:spChg chg="add del mod">
          <ac:chgData name="Ygor Azevedo" userId="acacacccbf0b3215" providerId="LiveId" clId="{AA28C5DE-8B5D-4E40-8B3C-278384DA07B8}" dt="2026-08-08T01:36:48.827" v="1503" actId="478"/>
          <ac:spMkLst>
            <pc:docMk/>
            <pc:sldMk cId="3475103288" sldId="267"/>
            <ac:spMk id="12" creationId="{34F80D67-71CE-B3B7-99B5-4497B374F410}"/>
          </ac:spMkLst>
        </pc:spChg>
        <pc:spChg chg="add del mod">
          <ac:chgData name="Ygor Azevedo" userId="acacacccbf0b3215" providerId="LiveId" clId="{AA28C5DE-8B5D-4E40-8B3C-278384DA07B8}" dt="2026-08-08T01:36:48.520" v="1502" actId="478"/>
          <ac:spMkLst>
            <pc:docMk/>
            <pc:sldMk cId="3475103288" sldId="267"/>
            <ac:spMk id="14" creationId="{1BD81428-CC36-252F-76BE-88C12F6F0494}"/>
          </ac:spMkLst>
        </pc:spChg>
        <pc:spChg chg="add mod">
          <ac:chgData name="Ygor Azevedo" userId="acacacccbf0b3215" providerId="LiveId" clId="{AA28C5DE-8B5D-4E40-8B3C-278384DA07B8}" dt="2026-08-08T01:38:54.777" v="1677" actId="20577"/>
          <ac:spMkLst>
            <pc:docMk/>
            <pc:sldMk cId="3475103288" sldId="267"/>
            <ac:spMk id="16" creationId="{907529C2-2CFC-9F66-48E1-1561134A1FA8}"/>
          </ac:spMkLst>
        </pc:spChg>
        <pc:spChg chg="add mod">
          <ac:chgData name="Ygor Azevedo" userId="acacacccbf0b3215" providerId="LiveId" clId="{AA28C5DE-8B5D-4E40-8B3C-278384DA07B8}" dt="2026-08-08T01:37:41.524" v="1527" actId="20577"/>
          <ac:spMkLst>
            <pc:docMk/>
            <pc:sldMk cId="3475103288" sldId="267"/>
            <ac:spMk id="18" creationId="{FFE187A7-707C-5393-42FD-F7FB1604D206}"/>
          </ac:spMkLst>
        </pc:spChg>
        <pc:spChg chg="add mod">
          <ac:chgData name="Ygor Azevedo" userId="acacacccbf0b3215" providerId="LiveId" clId="{AA28C5DE-8B5D-4E40-8B3C-278384DA07B8}" dt="2026-08-08T01:38:39.427" v="1641" actId="20577"/>
          <ac:spMkLst>
            <pc:docMk/>
            <pc:sldMk cId="3475103288" sldId="267"/>
            <ac:spMk id="21" creationId="{16887117-4311-5121-8D42-F76180DE6932}"/>
          </ac:spMkLst>
        </pc:spChg>
        <pc:spChg chg="del mod">
          <ac:chgData name="Ygor Azevedo" userId="acacacccbf0b3215" providerId="LiveId" clId="{AA28C5DE-8B5D-4E40-8B3C-278384DA07B8}" dt="2026-08-08T01:31:21.744" v="1380" actId="478"/>
          <ac:spMkLst>
            <pc:docMk/>
            <pc:sldMk cId="3475103288" sldId="267"/>
            <ac:spMk id="22" creationId="{308480FB-8B88-8A2A-FBA7-F25BE37FE07F}"/>
          </ac:spMkLst>
        </pc:spChg>
        <pc:spChg chg="add mod">
          <ac:chgData name="Ygor Azevedo" userId="acacacccbf0b3215" providerId="LiveId" clId="{AA28C5DE-8B5D-4E40-8B3C-278384DA07B8}" dt="2026-08-08T01:51:18.253" v="1896" actId="14100"/>
          <ac:spMkLst>
            <pc:docMk/>
            <pc:sldMk cId="3475103288" sldId="267"/>
            <ac:spMk id="23" creationId="{4624800A-EFEA-291F-B67E-6181C4C2C265}"/>
          </ac:spMkLst>
        </pc:spChg>
        <pc:spChg chg="add del mod">
          <ac:chgData name="Ygor Azevedo" userId="acacacccbf0b3215" providerId="LiveId" clId="{AA28C5DE-8B5D-4E40-8B3C-278384DA07B8}" dt="2026-08-08T01:51:02.822" v="1893" actId="478"/>
          <ac:spMkLst>
            <pc:docMk/>
            <pc:sldMk cId="3475103288" sldId="267"/>
            <ac:spMk id="25" creationId="{573FCCF2-083C-DCD2-AA1A-8B479184437C}"/>
          </ac:spMkLst>
        </pc:spChg>
        <pc:picChg chg="add mod">
          <ac:chgData name="Ygor Azevedo" userId="acacacccbf0b3215" providerId="LiveId" clId="{AA28C5DE-8B5D-4E40-8B3C-278384DA07B8}" dt="2026-08-08T03:09:46.437" v="2502" actId="1076"/>
          <ac:picMkLst>
            <pc:docMk/>
            <pc:sldMk cId="3475103288" sldId="267"/>
            <ac:picMk id="3" creationId="{453B735E-5D8E-D101-982A-D8F5D02DC183}"/>
          </ac:picMkLst>
        </pc:picChg>
        <pc:picChg chg="add del">
          <ac:chgData name="Ygor Azevedo" userId="acacacccbf0b3215" providerId="LiveId" clId="{AA28C5DE-8B5D-4E40-8B3C-278384DA07B8}" dt="2026-08-08T01:33:34.850" v="1417" actId="478"/>
          <ac:picMkLst>
            <pc:docMk/>
            <pc:sldMk cId="3475103288" sldId="267"/>
            <ac:picMk id="5" creationId="{10807F6A-9D99-C42E-AD58-2094719F60EC}"/>
          </ac:picMkLst>
        </pc:picChg>
        <pc:picChg chg="add mod">
          <ac:chgData name="Ygor Azevedo" userId="acacacccbf0b3215" providerId="LiveId" clId="{AA28C5DE-8B5D-4E40-8B3C-278384DA07B8}" dt="2026-08-08T03:09:46.437" v="2502" actId="1076"/>
          <ac:picMkLst>
            <pc:docMk/>
            <pc:sldMk cId="3475103288" sldId="267"/>
            <ac:picMk id="6" creationId="{BBFB74C4-7FB7-D9D4-C9AF-0EA1B6AC8DCE}"/>
          </ac:picMkLst>
        </pc:picChg>
        <pc:picChg chg="add mod">
          <ac:chgData name="Ygor Azevedo" userId="acacacccbf0b3215" providerId="LiveId" clId="{AA28C5DE-8B5D-4E40-8B3C-278384DA07B8}" dt="2026-08-08T03:09:46.437" v="2502" actId="1076"/>
          <ac:picMkLst>
            <pc:docMk/>
            <pc:sldMk cId="3475103288" sldId="267"/>
            <ac:picMk id="9" creationId="{43F43662-A547-ED47-C05E-A4382806DD34}"/>
          </ac:picMkLst>
        </pc:picChg>
        <pc:picChg chg="del">
          <ac:chgData name="Ygor Azevedo" userId="acacacccbf0b3215" providerId="LiveId" clId="{AA28C5DE-8B5D-4E40-8B3C-278384DA07B8}" dt="2026-08-08T01:30:30.211" v="1375" actId="478"/>
          <ac:picMkLst>
            <pc:docMk/>
            <pc:sldMk cId="3475103288" sldId="267"/>
            <ac:picMk id="20" creationId="{4D33C920-EC12-075E-1AB1-091EA6B64A24}"/>
          </ac:picMkLst>
        </pc:picChg>
      </pc:sldChg>
      <pc:sldChg chg="addSp delSp modSp add mod">
        <pc:chgData name="Ygor Azevedo" userId="acacacccbf0b3215" providerId="LiveId" clId="{AA28C5DE-8B5D-4E40-8B3C-278384DA07B8}" dt="2026-08-08T22:02:26.695" v="2521" actId="255"/>
        <pc:sldMkLst>
          <pc:docMk/>
          <pc:sldMk cId="462098815" sldId="268"/>
        </pc:sldMkLst>
        <pc:spChg chg="del mod">
          <ac:chgData name="Ygor Azevedo" userId="acacacccbf0b3215" providerId="LiveId" clId="{AA28C5DE-8B5D-4E40-8B3C-278384DA07B8}" dt="2026-08-08T01:51:31.544" v="1899" actId="478"/>
          <ac:spMkLst>
            <pc:docMk/>
            <pc:sldMk cId="462098815" sldId="268"/>
            <ac:spMk id="2" creationId="{8AF13CD1-B2E4-37E2-972F-622814E8062B}"/>
          </ac:spMkLst>
        </pc:spChg>
        <pc:spChg chg="del">
          <ac:chgData name="Ygor Azevedo" userId="acacacccbf0b3215" providerId="LiveId" clId="{AA28C5DE-8B5D-4E40-8B3C-278384DA07B8}" dt="2026-08-08T01:42:38.442" v="1741" actId="478"/>
          <ac:spMkLst>
            <pc:docMk/>
            <pc:sldMk cId="462098815" sldId="268"/>
            <ac:spMk id="4" creationId="{1FB75ADD-E7B8-C173-A823-BA2E7D257684}"/>
          </ac:spMkLst>
        </pc:spChg>
        <pc:spChg chg="del">
          <ac:chgData name="Ygor Azevedo" userId="acacacccbf0b3215" providerId="LiveId" clId="{AA28C5DE-8B5D-4E40-8B3C-278384DA07B8}" dt="2026-08-08T01:42:38.442" v="1741" actId="478"/>
          <ac:spMkLst>
            <pc:docMk/>
            <pc:sldMk cId="462098815" sldId="268"/>
            <ac:spMk id="8" creationId="{76CD0F0D-5CEA-4876-2503-78EEC3F738F1}"/>
          </ac:spMkLst>
        </pc:spChg>
        <pc:spChg chg="add del mod">
          <ac:chgData name="Ygor Azevedo" userId="acacacccbf0b3215" providerId="LiveId" clId="{AA28C5DE-8B5D-4E40-8B3C-278384DA07B8}" dt="2026-08-08T01:42:40.306" v="1742" actId="478"/>
          <ac:spMkLst>
            <pc:docMk/>
            <pc:sldMk cId="462098815" sldId="268"/>
            <ac:spMk id="10" creationId="{9A912DF4-63DB-79BB-67A1-BBF76800E644}"/>
          </ac:spMkLst>
        </pc:spChg>
        <pc:spChg chg="del">
          <ac:chgData name="Ygor Azevedo" userId="acacacccbf0b3215" providerId="LiveId" clId="{AA28C5DE-8B5D-4E40-8B3C-278384DA07B8}" dt="2026-08-08T01:42:38.442" v="1741" actId="478"/>
          <ac:spMkLst>
            <pc:docMk/>
            <pc:sldMk cId="462098815" sldId="268"/>
            <ac:spMk id="11" creationId="{DD0B4A07-1167-BFB7-38BA-99CC01218252}"/>
          </ac:spMkLst>
        </pc:spChg>
        <pc:spChg chg="add mod">
          <ac:chgData name="Ygor Azevedo" userId="acacacccbf0b3215" providerId="LiveId" clId="{AA28C5DE-8B5D-4E40-8B3C-278384DA07B8}" dt="2026-08-08T01:49:41.157" v="1868" actId="1076"/>
          <ac:spMkLst>
            <pc:docMk/>
            <pc:sldMk cId="462098815" sldId="268"/>
            <ac:spMk id="12" creationId="{B8EDD982-F84C-47F1-036F-B4DADCBFB950}"/>
          </ac:spMkLst>
        </pc:spChg>
        <pc:spChg chg="add mod">
          <ac:chgData name="Ygor Azevedo" userId="acacacccbf0b3215" providerId="LiveId" clId="{AA28C5DE-8B5D-4E40-8B3C-278384DA07B8}" dt="2026-08-08T01:49:41.157" v="1868" actId="1076"/>
          <ac:spMkLst>
            <pc:docMk/>
            <pc:sldMk cId="462098815" sldId="268"/>
            <ac:spMk id="13" creationId="{31350A20-2920-6F46-181B-9F62CAAAC1FC}"/>
          </ac:spMkLst>
        </pc:spChg>
        <pc:spChg chg="add mod">
          <ac:chgData name="Ygor Azevedo" userId="acacacccbf0b3215" providerId="LiveId" clId="{AA28C5DE-8B5D-4E40-8B3C-278384DA07B8}" dt="2026-08-08T01:49:41.157" v="1868" actId="1076"/>
          <ac:spMkLst>
            <pc:docMk/>
            <pc:sldMk cId="462098815" sldId="268"/>
            <ac:spMk id="15" creationId="{6686B2E5-C4F1-8FFD-77A9-E094D66EAD2A}"/>
          </ac:spMkLst>
        </pc:spChg>
        <pc:spChg chg="del">
          <ac:chgData name="Ygor Azevedo" userId="acacacccbf0b3215" providerId="LiveId" clId="{AA28C5DE-8B5D-4E40-8B3C-278384DA07B8}" dt="2026-08-08T01:42:38.442" v="1741" actId="478"/>
          <ac:spMkLst>
            <pc:docMk/>
            <pc:sldMk cId="462098815" sldId="268"/>
            <ac:spMk id="16" creationId="{C03486FF-3CDF-48F5-F4B8-ED4C394F8940}"/>
          </ac:spMkLst>
        </pc:spChg>
        <pc:spChg chg="add mod">
          <ac:chgData name="Ygor Azevedo" userId="acacacccbf0b3215" providerId="LiveId" clId="{AA28C5DE-8B5D-4E40-8B3C-278384DA07B8}" dt="2026-08-08T01:49:41.157" v="1868" actId="1076"/>
          <ac:spMkLst>
            <pc:docMk/>
            <pc:sldMk cId="462098815" sldId="268"/>
            <ac:spMk id="17" creationId="{76601848-51C0-ACF4-71E5-73894FE11CFA}"/>
          </ac:spMkLst>
        </pc:spChg>
        <pc:spChg chg="del">
          <ac:chgData name="Ygor Azevedo" userId="acacacccbf0b3215" providerId="LiveId" clId="{AA28C5DE-8B5D-4E40-8B3C-278384DA07B8}" dt="2026-08-08T01:42:38.442" v="1741" actId="478"/>
          <ac:spMkLst>
            <pc:docMk/>
            <pc:sldMk cId="462098815" sldId="268"/>
            <ac:spMk id="18" creationId="{3764224F-496C-44C8-4A2A-F77125C96BB1}"/>
          </ac:spMkLst>
        </pc:spChg>
        <pc:spChg chg="add mod">
          <ac:chgData name="Ygor Azevedo" userId="acacacccbf0b3215" providerId="LiveId" clId="{AA28C5DE-8B5D-4E40-8B3C-278384DA07B8}" dt="2026-08-08T01:49:41.157" v="1868" actId="1076"/>
          <ac:spMkLst>
            <pc:docMk/>
            <pc:sldMk cId="462098815" sldId="268"/>
            <ac:spMk id="20" creationId="{921F4E2F-4676-499B-C97F-AAC39AE17AC6}"/>
          </ac:spMkLst>
        </pc:spChg>
        <pc:spChg chg="del">
          <ac:chgData name="Ygor Azevedo" userId="acacacccbf0b3215" providerId="LiveId" clId="{AA28C5DE-8B5D-4E40-8B3C-278384DA07B8}" dt="2026-08-08T01:42:38.442" v="1741" actId="478"/>
          <ac:spMkLst>
            <pc:docMk/>
            <pc:sldMk cId="462098815" sldId="268"/>
            <ac:spMk id="21" creationId="{5321CA0A-3E1B-0AC3-10B5-541F7F6D6118}"/>
          </ac:spMkLst>
        </pc:spChg>
        <pc:spChg chg="add mod">
          <ac:chgData name="Ygor Azevedo" userId="acacacccbf0b3215" providerId="LiveId" clId="{AA28C5DE-8B5D-4E40-8B3C-278384DA07B8}" dt="2026-08-08T01:49:41.157" v="1868" actId="1076"/>
          <ac:spMkLst>
            <pc:docMk/>
            <pc:sldMk cId="462098815" sldId="268"/>
            <ac:spMk id="23" creationId="{37DA130C-FFA6-C4C9-F722-86B80332E93D}"/>
          </ac:spMkLst>
        </pc:spChg>
        <pc:spChg chg="add">
          <ac:chgData name="Ygor Azevedo" userId="acacacccbf0b3215" providerId="LiveId" clId="{AA28C5DE-8B5D-4E40-8B3C-278384DA07B8}" dt="2026-08-08T01:51:23.548" v="1897" actId="22"/>
          <ac:spMkLst>
            <pc:docMk/>
            <pc:sldMk cId="462098815" sldId="268"/>
            <ac:spMk id="25" creationId="{976A578C-F8F7-A984-C266-614C91FB07D4}"/>
          </ac:spMkLst>
        </pc:spChg>
        <pc:spChg chg="add mod">
          <ac:chgData name="Ygor Azevedo" userId="acacacccbf0b3215" providerId="LiveId" clId="{AA28C5DE-8B5D-4E40-8B3C-278384DA07B8}" dt="2026-08-08T03:09:04.973" v="2464" actId="255"/>
          <ac:spMkLst>
            <pc:docMk/>
            <pc:sldMk cId="462098815" sldId="268"/>
            <ac:spMk id="26" creationId="{F11A4138-AC28-6AC7-7938-1F07495578DD}"/>
          </ac:spMkLst>
        </pc:spChg>
        <pc:spChg chg="add mod">
          <ac:chgData name="Ygor Azevedo" userId="acacacccbf0b3215" providerId="LiveId" clId="{AA28C5DE-8B5D-4E40-8B3C-278384DA07B8}" dt="2026-08-08T03:08:57.984" v="2463" actId="255"/>
          <ac:spMkLst>
            <pc:docMk/>
            <pc:sldMk cId="462098815" sldId="268"/>
            <ac:spMk id="28" creationId="{FA4F014A-A85A-9453-481A-9A1D043F0564}"/>
          </ac:spMkLst>
        </pc:spChg>
        <pc:spChg chg="add mod">
          <ac:chgData name="Ygor Azevedo" userId="acacacccbf0b3215" providerId="LiveId" clId="{AA28C5DE-8B5D-4E40-8B3C-278384DA07B8}" dt="2026-08-08T22:02:26.695" v="2521" actId="255"/>
          <ac:spMkLst>
            <pc:docMk/>
            <pc:sldMk cId="462098815" sldId="268"/>
            <ac:spMk id="30" creationId="{D1D3B0F8-0A04-C04F-A8F8-B0298B014248}"/>
          </ac:spMkLst>
        </pc:spChg>
        <pc:picChg chg="del">
          <ac:chgData name="Ygor Azevedo" userId="acacacccbf0b3215" providerId="LiveId" clId="{AA28C5DE-8B5D-4E40-8B3C-278384DA07B8}" dt="2026-08-08T01:42:38.442" v="1741" actId="478"/>
          <ac:picMkLst>
            <pc:docMk/>
            <pc:sldMk cId="462098815" sldId="268"/>
            <ac:picMk id="3" creationId="{878AB74D-964E-76C3-5DFF-9887B3636BD9}"/>
          </ac:picMkLst>
        </pc:picChg>
        <pc:picChg chg="del">
          <ac:chgData name="Ygor Azevedo" userId="acacacccbf0b3215" providerId="LiveId" clId="{AA28C5DE-8B5D-4E40-8B3C-278384DA07B8}" dt="2026-08-08T01:42:38.442" v="1741" actId="478"/>
          <ac:picMkLst>
            <pc:docMk/>
            <pc:sldMk cId="462098815" sldId="268"/>
            <ac:picMk id="6" creationId="{377A037B-50E2-5B69-1E70-AEF70289C17B}"/>
          </ac:picMkLst>
        </pc:picChg>
        <pc:picChg chg="del">
          <ac:chgData name="Ygor Azevedo" userId="acacacccbf0b3215" providerId="LiveId" clId="{AA28C5DE-8B5D-4E40-8B3C-278384DA07B8}" dt="2026-08-08T01:42:38.442" v="1741" actId="478"/>
          <ac:picMkLst>
            <pc:docMk/>
            <pc:sldMk cId="462098815" sldId="268"/>
            <ac:picMk id="9" creationId="{71D24FDF-8628-B372-C924-8D7DC285AB88}"/>
          </ac:picMkLst>
        </pc:picChg>
      </pc:sldChg>
      <pc:sldChg chg="delSp add del mod">
        <pc:chgData name="Ygor Azevedo" userId="acacacccbf0b3215" providerId="LiveId" clId="{AA28C5DE-8B5D-4E40-8B3C-278384DA07B8}" dt="2026-08-08T22:13:20.762" v="2900" actId="47"/>
        <pc:sldMkLst>
          <pc:docMk/>
          <pc:sldMk cId="915304716" sldId="269"/>
        </pc:sldMkLst>
        <pc:spChg chg="del">
          <ac:chgData name="Ygor Azevedo" userId="acacacccbf0b3215" providerId="LiveId" clId="{AA28C5DE-8B5D-4E40-8B3C-278384DA07B8}" dt="2026-08-08T02:16:08.497" v="2249" actId="478"/>
          <ac:spMkLst>
            <pc:docMk/>
            <pc:sldMk cId="915304716" sldId="269"/>
            <ac:spMk id="17" creationId="{82F9C7F2-00C7-821A-3351-0A7A3C729CC7}"/>
          </ac:spMkLst>
        </pc:spChg>
        <pc:spChg chg="del">
          <ac:chgData name="Ygor Azevedo" userId="acacacccbf0b3215" providerId="LiveId" clId="{AA28C5DE-8B5D-4E40-8B3C-278384DA07B8}" dt="2026-08-08T02:16:09.843" v="2251" actId="478"/>
          <ac:spMkLst>
            <pc:docMk/>
            <pc:sldMk cId="915304716" sldId="269"/>
            <ac:spMk id="19" creationId="{8DDA6E99-2890-A943-DDFB-0F30FD67B2DB}"/>
          </ac:spMkLst>
        </pc:spChg>
        <pc:picChg chg="del">
          <ac:chgData name="Ygor Azevedo" userId="acacacccbf0b3215" providerId="LiveId" clId="{AA28C5DE-8B5D-4E40-8B3C-278384DA07B8}" dt="2026-08-08T02:16:09.030" v="2250" actId="478"/>
          <ac:picMkLst>
            <pc:docMk/>
            <pc:sldMk cId="915304716" sldId="269"/>
            <ac:picMk id="13" creationId="{C789137E-191F-3D14-0E54-9F3EF415B903}"/>
          </ac:picMkLst>
        </pc:picChg>
        <pc:picChg chg="del">
          <ac:chgData name="Ygor Azevedo" userId="acacacccbf0b3215" providerId="LiveId" clId="{AA28C5DE-8B5D-4E40-8B3C-278384DA07B8}" dt="2026-08-08T02:16:10.681" v="2252" actId="478"/>
          <ac:picMkLst>
            <pc:docMk/>
            <pc:sldMk cId="915304716" sldId="269"/>
            <ac:picMk id="23" creationId="{FE8F8AC7-C289-92F1-8EE3-6E9B41BAF4D7}"/>
          </ac:picMkLst>
        </pc:picChg>
      </pc:sldChg>
      <pc:sldChg chg="addSp delSp modSp add mod">
        <pc:chgData name="Ygor Azevedo" userId="acacacccbf0b3215" providerId="LiveId" clId="{AA28C5DE-8B5D-4E40-8B3C-278384DA07B8}" dt="2026-08-09T02:50:31.447" v="3225" actId="14100"/>
        <pc:sldMkLst>
          <pc:docMk/>
          <pc:sldMk cId="35869631" sldId="270"/>
        </pc:sldMkLst>
        <pc:spChg chg="add del mod">
          <ac:chgData name="Ygor Azevedo" userId="acacacccbf0b3215" providerId="LiveId" clId="{AA28C5DE-8B5D-4E40-8B3C-278384DA07B8}" dt="2026-08-08T03:03:14.238" v="2330" actId="478"/>
          <ac:spMkLst>
            <pc:docMk/>
            <pc:sldMk cId="35869631" sldId="270"/>
            <ac:spMk id="2" creationId="{22865C4E-34E2-A882-62F3-576401791C8B}"/>
          </ac:spMkLst>
        </pc:spChg>
        <pc:spChg chg="mod">
          <ac:chgData name="Ygor Azevedo" userId="acacacccbf0b3215" providerId="LiveId" clId="{AA28C5DE-8B5D-4E40-8B3C-278384DA07B8}" dt="2026-08-08T02:26:20.695" v="2269" actId="20577"/>
          <ac:spMkLst>
            <pc:docMk/>
            <pc:sldMk cId="35869631" sldId="270"/>
            <ac:spMk id="4" creationId="{5E9384CE-96F6-F69C-67C2-AED0F80983D6}"/>
          </ac:spMkLst>
        </pc:spChg>
        <pc:spChg chg="add mod">
          <ac:chgData name="Ygor Azevedo" userId="acacacccbf0b3215" providerId="LiveId" clId="{AA28C5DE-8B5D-4E40-8B3C-278384DA07B8}" dt="2026-08-08T22:04:07.194" v="2536" actId="1076"/>
          <ac:spMkLst>
            <pc:docMk/>
            <pc:sldMk cId="35869631" sldId="270"/>
            <ac:spMk id="10" creationId="{FBCE7B43-A20F-4E12-599B-94FC98F29107}"/>
          </ac:spMkLst>
        </pc:spChg>
        <pc:spChg chg="add mod">
          <ac:chgData name="Ygor Azevedo" userId="acacacccbf0b3215" providerId="LiveId" clId="{AA28C5DE-8B5D-4E40-8B3C-278384DA07B8}" dt="2026-08-09T02:48:55.484" v="3212" actId="1076"/>
          <ac:spMkLst>
            <pc:docMk/>
            <pc:sldMk cId="35869631" sldId="270"/>
            <ac:spMk id="15" creationId="{14CB89FF-D3A6-FEE8-D3D1-7683401167CE}"/>
          </ac:spMkLst>
        </pc:spChg>
        <pc:spChg chg="add del mod">
          <ac:chgData name="Ygor Azevedo" userId="acacacccbf0b3215" providerId="LiveId" clId="{AA28C5DE-8B5D-4E40-8B3C-278384DA07B8}" dt="2026-08-09T02:47:44.045" v="3197" actId="478"/>
          <ac:spMkLst>
            <pc:docMk/>
            <pc:sldMk cId="35869631" sldId="270"/>
            <ac:spMk id="16" creationId="{F955794F-4E98-4C81-4071-135135EEAF4B}"/>
          </ac:spMkLst>
        </pc:spChg>
        <pc:spChg chg="add del mod">
          <ac:chgData name="Ygor Azevedo" userId="acacacccbf0b3215" providerId="LiveId" clId="{AA28C5DE-8B5D-4E40-8B3C-278384DA07B8}" dt="2026-08-09T02:47:51.806" v="3200" actId="478"/>
          <ac:spMkLst>
            <pc:docMk/>
            <pc:sldMk cId="35869631" sldId="270"/>
            <ac:spMk id="18" creationId="{978AD4E7-D2CF-5A77-9419-CF7EBACB6C8C}"/>
          </ac:spMkLst>
        </pc:spChg>
        <pc:spChg chg="add del mod">
          <ac:chgData name="Ygor Azevedo" userId="acacacccbf0b3215" providerId="LiveId" clId="{AA28C5DE-8B5D-4E40-8B3C-278384DA07B8}" dt="2026-08-09T02:47:49.351" v="3199" actId="478"/>
          <ac:spMkLst>
            <pc:docMk/>
            <pc:sldMk cId="35869631" sldId="270"/>
            <ac:spMk id="22" creationId="{CE614A77-F510-992B-01EA-D2AE64756190}"/>
          </ac:spMkLst>
        </pc:spChg>
        <pc:picChg chg="add del mod">
          <ac:chgData name="Ygor Azevedo" userId="acacacccbf0b3215" providerId="LiveId" clId="{AA28C5DE-8B5D-4E40-8B3C-278384DA07B8}" dt="2026-08-09T02:47:46.409" v="3198" actId="478"/>
          <ac:picMkLst>
            <pc:docMk/>
            <pc:sldMk cId="35869631" sldId="270"/>
            <ac:picMk id="3" creationId="{F5EAF025-CE7D-3A37-BD15-72EF946F464A}"/>
          </ac:picMkLst>
        </pc:picChg>
        <pc:picChg chg="add mod">
          <ac:chgData name="Ygor Azevedo" userId="acacacccbf0b3215" providerId="LiveId" clId="{AA28C5DE-8B5D-4E40-8B3C-278384DA07B8}" dt="2026-08-09T02:49:03.167" v="3214" actId="1076"/>
          <ac:picMkLst>
            <pc:docMk/>
            <pc:sldMk cId="35869631" sldId="270"/>
            <ac:picMk id="5" creationId="{D12C23E8-75B7-031E-3B65-35172F2D221C}"/>
          </ac:picMkLst>
        </pc:picChg>
        <pc:picChg chg="add del mod">
          <ac:chgData name="Ygor Azevedo" userId="acacacccbf0b3215" providerId="LiveId" clId="{AA28C5DE-8B5D-4E40-8B3C-278384DA07B8}" dt="2026-08-08T14:16:35.290" v="2510" actId="478"/>
          <ac:picMkLst>
            <pc:docMk/>
            <pc:sldMk cId="35869631" sldId="270"/>
            <ac:picMk id="8" creationId="{7D433354-FD36-FE06-7C5F-2DF8DC6C3219}"/>
          </ac:picMkLst>
        </pc:picChg>
        <pc:picChg chg="add del mod">
          <ac:chgData name="Ygor Azevedo" userId="acacacccbf0b3215" providerId="LiveId" clId="{AA28C5DE-8B5D-4E40-8B3C-278384DA07B8}" dt="2026-08-08T22:04:15.200" v="2542" actId="478"/>
          <ac:picMkLst>
            <pc:docMk/>
            <pc:sldMk cId="35869631" sldId="270"/>
            <ac:picMk id="9" creationId="{3F3366FE-F582-A655-62F0-2573EE132AFA}"/>
          </ac:picMkLst>
        </pc:picChg>
        <pc:picChg chg="add del mod">
          <ac:chgData name="Ygor Azevedo" userId="acacacccbf0b3215" providerId="LiveId" clId="{AA28C5DE-8B5D-4E40-8B3C-278384DA07B8}" dt="2026-08-09T02:47:35.273" v="3194" actId="478"/>
          <ac:picMkLst>
            <pc:docMk/>
            <pc:sldMk cId="35869631" sldId="270"/>
            <ac:picMk id="12" creationId="{BAEBBBD5-63B6-FD95-6269-AE89052BC328}"/>
          </ac:picMkLst>
        </pc:picChg>
        <pc:picChg chg="add mod">
          <ac:chgData name="Ygor Azevedo" userId="acacacccbf0b3215" providerId="LiveId" clId="{AA28C5DE-8B5D-4E40-8B3C-278384DA07B8}" dt="2026-08-09T02:48:55.484" v="3212" actId="1076"/>
          <ac:picMkLst>
            <pc:docMk/>
            <pc:sldMk cId="35869631" sldId="270"/>
            <ac:picMk id="14" creationId="{4391D311-4A36-84E9-4F29-0D43ECA5E817}"/>
          </ac:picMkLst>
        </pc:picChg>
        <pc:picChg chg="add mod">
          <ac:chgData name="Ygor Azevedo" userId="acacacccbf0b3215" providerId="LiveId" clId="{AA28C5DE-8B5D-4E40-8B3C-278384DA07B8}" dt="2026-08-09T02:50:23.995" v="3223" actId="1076"/>
          <ac:picMkLst>
            <pc:docMk/>
            <pc:sldMk cId="35869631" sldId="270"/>
            <ac:picMk id="20" creationId="{AB918613-B7D4-221A-C2C2-C3711C6B5011}"/>
          </ac:picMkLst>
        </pc:picChg>
        <pc:picChg chg="add mod ord">
          <ac:chgData name="Ygor Azevedo" userId="acacacccbf0b3215" providerId="LiveId" clId="{AA28C5DE-8B5D-4E40-8B3C-278384DA07B8}" dt="2026-08-09T02:50:31.447" v="3225" actId="14100"/>
          <ac:picMkLst>
            <pc:docMk/>
            <pc:sldMk cId="35869631" sldId="270"/>
            <ac:picMk id="24" creationId="{C231A2F8-FCCE-3E3B-C92B-E33616E7C1DC}"/>
          </ac:picMkLst>
        </pc:picChg>
      </pc:sldChg>
      <pc:sldChg chg="addSp modSp add mod">
        <pc:chgData name="Ygor Azevedo" userId="acacacccbf0b3215" providerId="LiveId" clId="{AA28C5DE-8B5D-4E40-8B3C-278384DA07B8}" dt="2026-08-08T22:11:04.256" v="2893" actId="20577"/>
        <pc:sldMkLst>
          <pc:docMk/>
          <pc:sldMk cId="3322696160" sldId="271"/>
        </pc:sldMkLst>
        <pc:spChg chg="mod">
          <ac:chgData name="Ygor Azevedo" userId="acacacccbf0b3215" providerId="LiveId" clId="{AA28C5DE-8B5D-4E40-8B3C-278384DA07B8}" dt="2026-08-08T02:26:47.713" v="2293" actId="20577"/>
          <ac:spMkLst>
            <pc:docMk/>
            <pc:sldMk cId="3322696160" sldId="271"/>
            <ac:spMk id="4" creationId="{206B73F4-8B69-8EC3-3D38-900BAF3302B1}"/>
          </ac:spMkLst>
        </pc:spChg>
        <pc:spChg chg="add mod">
          <ac:chgData name="Ygor Azevedo" userId="acacacccbf0b3215" providerId="LiveId" clId="{AA28C5DE-8B5D-4E40-8B3C-278384DA07B8}" dt="2026-08-08T22:11:04.256" v="2893" actId="20577"/>
          <ac:spMkLst>
            <pc:docMk/>
            <pc:sldMk cId="3322696160" sldId="271"/>
            <ac:spMk id="6" creationId="{3BB66087-07A3-FDEA-1CA0-2AA8DD97C62F}"/>
          </ac:spMkLst>
        </pc:spChg>
        <pc:spChg chg="add mod">
          <ac:chgData name="Ygor Azevedo" userId="acacacccbf0b3215" providerId="LiveId" clId="{AA28C5DE-8B5D-4E40-8B3C-278384DA07B8}" dt="2026-08-08T22:10:15.394" v="2816" actId="20577"/>
          <ac:spMkLst>
            <pc:docMk/>
            <pc:sldMk cId="3322696160" sldId="271"/>
            <ac:spMk id="11" creationId="{52F04ABF-5CEB-7C6B-8587-502AFDF66EB1}"/>
          </ac:spMkLst>
        </pc:spChg>
        <pc:spChg chg="add mod">
          <ac:chgData name="Ygor Azevedo" userId="acacacccbf0b3215" providerId="LiveId" clId="{AA28C5DE-8B5D-4E40-8B3C-278384DA07B8}" dt="2026-08-08T22:10:32.366" v="2846" actId="20577"/>
          <ac:spMkLst>
            <pc:docMk/>
            <pc:sldMk cId="3322696160" sldId="271"/>
            <ac:spMk id="13" creationId="{8FF88513-F435-86AE-C80D-BA50BF007396}"/>
          </ac:spMkLst>
        </pc:spChg>
        <pc:picChg chg="add mod">
          <ac:chgData name="Ygor Azevedo" userId="acacacccbf0b3215" providerId="LiveId" clId="{AA28C5DE-8B5D-4E40-8B3C-278384DA07B8}" dt="2026-08-08T22:10:21.219" v="2819" actId="1076"/>
          <ac:picMkLst>
            <pc:docMk/>
            <pc:sldMk cId="3322696160" sldId="271"/>
            <ac:picMk id="3" creationId="{B76F5B9B-31D5-3D4A-F331-B1160013B778}"/>
          </ac:picMkLst>
        </pc:picChg>
        <pc:picChg chg="add mod">
          <ac:chgData name="Ygor Azevedo" userId="acacacccbf0b3215" providerId="LiveId" clId="{AA28C5DE-8B5D-4E40-8B3C-278384DA07B8}" dt="2026-08-08T22:10:01.733" v="2785" actId="1076"/>
          <ac:picMkLst>
            <pc:docMk/>
            <pc:sldMk cId="3322696160" sldId="271"/>
            <ac:picMk id="9" creationId="{EC974B2C-C5BE-ABF6-62E3-14E259EE8CE2}"/>
          </ac:picMkLst>
        </pc:picChg>
      </pc:sldChg>
      <pc:sldChg chg="addSp modSp add mod">
        <pc:chgData name="Ygor Azevedo" userId="acacacccbf0b3215" providerId="LiveId" clId="{AA28C5DE-8B5D-4E40-8B3C-278384DA07B8}" dt="2026-08-08T22:47:47.984" v="3139" actId="20577"/>
        <pc:sldMkLst>
          <pc:docMk/>
          <pc:sldMk cId="4150680337" sldId="272"/>
        </pc:sldMkLst>
        <pc:spChg chg="add mod">
          <ac:chgData name="Ygor Azevedo" userId="acacacccbf0b3215" providerId="LiveId" clId="{AA28C5DE-8B5D-4E40-8B3C-278384DA07B8}" dt="2026-08-08T22:47:47.984" v="3139" actId="20577"/>
          <ac:spMkLst>
            <pc:docMk/>
            <pc:sldMk cId="4150680337" sldId="272"/>
            <ac:spMk id="2" creationId="{580924CB-A1C2-6F62-64A9-6A352EC5EDBE}"/>
          </ac:spMkLst>
        </pc:spChg>
        <pc:spChg chg="mod">
          <ac:chgData name="Ygor Azevedo" userId="acacacccbf0b3215" providerId="LiveId" clId="{AA28C5DE-8B5D-4E40-8B3C-278384DA07B8}" dt="2026-08-08T02:26:53.670" v="2303" actId="20577"/>
          <ac:spMkLst>
            <pc:docMk/>
            <pc:sldMk cId="4150680337" sldId="272"/>
            <ac:spMk id="4" creationId="{C72C338C-46E6-46B0-7B2E-E652A33FDE15}"/>
          </ac:spMkLst>
        </pc:spChg>
        <pc:picChg chg="add mod">
          <ac:chgData name="Ygor Azevedo" userId="acacacccbf0b3215" providerId="LiveId" clId="{AA28C5DE-8B5D-4E40-8B3C-278384DA07B8}" dt="2026-08-08T22:47:35.411" v="3137" actId="14100"/>
          <ac:picMkLst>
            <pc:docMk/>
            <pc:sldMk cId="4150680337" sldId="272"/>
            <ac:picMk id="5" creationId="{58CEB122-DDAD-9B1C-579F-B21BB06C612F}"/>
          </ac:picMkLst>
        </pc:picChg>
      </pc:sldChg>
      <pc:sldChg chg="addSp delSp modSp add mod">
        <pc:chgData name="Ygor Azevedo" userId="acacacccbf0b3215" providerId="LiveId" clId="{AA28C5DE-8B5D-4E40-8B3C-278384DA07B8}" dt="2026-08-09T02:07:38.832" v="3141" actId="1076"/>
        <pc:sldMkLst>
          <pc:docMk/>
          <pc:sldMk cId="768964289" sldId="273"/>
        </pc:sldMkLst>
        <pc:spChg chg="del">
          <ac:chgData name="Ygor Azevedo" userId="acacacccbf0b3215" providerId="LiveId" clId="{AA28C5DE-8B5D-4E40-8B3C-278384DA07B8}" dt="2026-08-08T22:06:23.378" v="2561" actId="478"/>
          <ac:spMkLst>
            <pc:docMk/>
            <pc:sldMk cId="768964289" sldId="273"/>
            <ac:spMk id="10" creationId="{5BBFEEE7-1D5A-3183-8179-1DC77CEBBB93}"/>
          </ac:spMkLst>
        </pc:spChg>
        <pc:spChg chg="add mod">
          <ac:chgData name="Ygor Azevedo" userId="acacacccbf0b3215" providerId="LiveId" clId="{AA28C5DE-8B5D-4E40-8B3C-278384DA07B8}" dt="2026-08-08T22:07:18.328" v="2682" actId="123"/>
          <ac:spMkLst>
            <pc:docMk/>
            <pc:sldMk cId="768964289" sldId="273"/>
            <ac:spMk id="12" creationId="{A2619889-557E-180C-96CA-159D7772E7FA}"/>
          </ac:spMkLst>
        </pc:spChg>
        <pc:picChg chg="add mod">
          <ac:chgData name="Ygor Azevedo" userId="acacacccbf0b3215" providerId="LiveId" clId="{AA28C5DE-8B5D-4E40-8B3C-278384DA07B8}" dt="2026-08-09T02:07:33.932" v="3140" actId="1076"/>
          <ac:picMkLst>
            <pc:docMk/>
            <pc:sldMk cId="768964289" sldId="273"/>
            <ac:picMk id="3" creationId="{56E1DD0C-D457-939D-D9E4-3E4F5564A9BD}"/>
          </ac:picMkLst>
        </pc:picChg>
        <pc:picChg chg="del">
          <ac:chgData name="Ygor Azevedo" userId="acacacccbf0b3215" providerId="LiveId" clId="{AA28C5DE-8B5D-4E40-8B3C-278384DA07B8}" dt="2026-08-08T14:16:32.887" v="2509" actId="478"/>
          <ac:picMkLst>
            <pc:docMk/>
            <pc:sldMk cId="768964289" sldId="273"/>
            <ac:picMk id="5" creationId="{BB2AAD93-99B3-7262-0B27-C979350A3A1B}"/>
          </ac:picMkLst>
        </pc:picChg>
        <pc:picChg chg="add del mod">
          <ac:chgData name="Ygor Azevedo" userId="acacacccbf0b3215" providerId="LiveId" clId="{AA28C5DE-8B5D-4E40-8B3C-278384DA07B8}" dt="2026-08-08T22:05:49.254" v="2550" actId="478"/>
          <ac:picMkLst>
            <pc:docMk/>
            <pc:sldMk cId="768964289" sldId="273"/>
            <ac:picMk id="8" creationId="{0F281937-DF99-E580-86E2-1890167908EF}"/>
          </ac:picMkLst>
        </pc:picChg>
        <pc:picChg chg="add mod">
          <ac:chgData name="Ygor Azevedo" userId="acacacccbf0b3215" providerId="LiveId" clId="{AA28C5DE-8B5D-4E40-8B3C-278384DA07B8}" dt="2026-08-08T22:11:12.082" v="2894" actId="1076"/>
          <ac:picMkLst>
            <pc:docMk/>
            <pc:sldMk cId="768964289" sldId="273"/>
            <ac:picMk id="9" creationId="{03A70E9B-D0F2-8951-4667-F35FADFFCD05}"/>
          </ac:picMkLst>
        </pc:picChg>
        <pc:cxnChg chg="add mod">
          <ac:chgData name="Ygor Azevedo" userId="acacacccbf0b3215" providerId="LiveId" clId="{AA28C5DE-8B5D-4E40-8B3C-278384DA07B8}" dt="2026-08-09T02:07:38.832" v="3141" actId="1076"/>
          <ac:cxnSpMkLst>
            <pc:docMk/>
            <pc:sldMk cId="768964289" sldId="273"/>
            <ac:cxnSpMk id="14" creationId="{002D519D-3279-2742-A769-D01A30CB0E0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84AAD3-F52D-478D-8CB2-FBA49CD90C7C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66533-1072-4F2C-A214-1DBF3AAA8B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8432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66533-1072-4F2C-A214-1DBF3AAA8B0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438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2FC0D-1BAD-A6C3-60FD-5FAF8BD2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B152B7-139F-1BA8-6CCD-683B5C33F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4C68E4-45F9-C455-EE20-5C96D17FC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0B39-1B97-43FF-B65F-26B881AB4054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ADB4E2-A6E8-6479-6C7E-88602FC9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ADA1D7-9F76-ABC2-1F47-B74CEBB0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79F65-74C8-4EE3-A34D-5F075F88B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8467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846AC-F5CC-13BD-7D83-3F2E0FE5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93A6FC-7AC7-ABB7-3CFB-2B9409539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DFB469-DB6E-0988-C769-7130325AD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0B39-1B97-43FF-B65F-26B881AB4054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1B4999-87C9-F00E-02BD-D53B20BE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940A79-2A8D-944C-5511-7E7F3F6D8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79F65-74C8-4EE3-A34D-5F075F88B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18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295BE-127B-277C-B866-E9167BC54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4C53A5-CDED-0CB8-C74F-43B9D5ACD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3627A9-A243-5933-081A-0B2E69E6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0B39-1B97-43FF-B65F-26B881AB4054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EA8095-880D-ABC1-31D7-562D404B8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375938-EECE-DB6B-C1AC-5F6B2198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79F65-74C8-4EE3-A34D-5F075F88B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86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35DE1-5EDC-EC35-D89C-562C71056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174BD1-193D-76C5-B0A4-7DB09B50B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F81DA5-5EC5-B427-38A6-F5B5F461B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8942A3-A1A1-951F-ADC3-00147344D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0B39-1B97-43FF-B65F-26B881AB4054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D5C5F8-8886-C200-10C8-66F13EC64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FF9B7E-E990-030F-0AE7-CAA8521F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79F65-74C8-4EE3-A34D-5F075F88B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73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B0F24-5CF3-9473-2AFB-F42BD97CF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CFC-913C-F721-CC7A-2BF4EFB22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CED3CA8-6EFF-F6CB-45C1-49FC9198E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6ECFFE1-1030-C368-634E-F1904262A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111687-A3E3-8EAA-5A1E-37805E1CD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56F4D8-EE23-9E49-B7E5-CAA52688C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0B39-1B97-43FF-B65F-26B881AB4054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2C5DD3C-8C7C-C307-8CBD-9AB725CB4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71E1240-AC5D-A846-77E8-2FF8587B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79F65-74C8-4EE3-A34D-5F075F88B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9357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0C6C2-7850-57BE-CAED-EEE85FBE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41F6F42-FE5B-46CC-C060-B5B548EC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0B39-1B97-43FF-B65F-26B881AB4054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1C3F146-56CA-877A-6226-0A8E19AF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25B8227-302A-B4A8-21AE-6509D4DD7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79F65-74C8-4EE3-A34D-5F075F88B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1197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B67E9F2-FB1A-7F8C-7478-791A3282C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0B39-1B97-43FF-B65F-26B881AB4054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DEB526A-B76E-114A-32CD-E4A962146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76AF67-6D02-FBDD-3F75-D72DA943A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79F65-74C8-4EE3-A34D-5F075F88B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935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06BD1-3AB2-094A-160A-10C3D217A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0CCFDD-11BE-7B5D-52F0-B08584E0B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AF3191-147A-98BD-4DB7-9C8A5F4BF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313EDF-0214-B829-53C4-363A83DB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0B39-1B97-43FF-B65F-26B881AB4054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D667B6-DEE9-F4E5-5254-4CFA8F17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984560-F65B-7265-B86D-A3D0E828E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79F65-74C8-4EE3-A34D-5F075F88B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42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D07BB-66B9-CA65-91CC-D4F42037D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5C480A8-1F5A-8021-9BAB-545E57F89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A1BC54-264E-280A-552A-9591FF226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3FCA7-F7CB-5921-A208-43800F84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0B39-1B97-43FF-B65F-26B881AB4054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B77968-FB41-CB5E-6A7A-324AFA13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07C36B-343C-8064-E64E-4D85F891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79F65-74C8-4EE3-A34D-5F075F88B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206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B44A0-570B-3B78-1DFE-89A9357E1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D869786-A5B7-5ABE-6E5C-AA3B21573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5BBD40-1D71-4F15-64BC-D191C73F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0B39-1B97-43FF-B65F-26B881AB4054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F8706F-114B-DFC5-7E30-EA094694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5BAE78-5408-5E39-653F-ADAD85C3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79F65-74C8-4EE3-A34D-5F075F88B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089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E5EAC8-B34D-F5F1-A224-F512AE3150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F0EE4C-4812-4CAF-759B-46C67537A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BCBB3F-225D-A50C-8CCE-E9D9D819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0B39-1B97-43FF-B65F-26B881AB4054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74C5EF-7E89-C5D7-8F80-CF2997C09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9D4FB6-BCE5-A911-4F9F-CAF8C5CAE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79F65-74C8-4EE3-A34D-5F075F88B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866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0A999BB-95D5-6D95-7555-A64B90BD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20CD34-111A-2AA3-B80C-BE4345B57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F186DC-88CD-D081-6FA1-16AB67F0A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460B39-1B97-43FF-B65F-26B881AB4054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511FE-1619-AA7C-A855-4B008804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5F7BE1-8368-311D-78B2-429CF61AA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79F65-74C8-4EE3-A34D-5F075F88B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6644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9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FD0461-55AC-0993-41C2-4E0FB9F23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117" y="1118595"/>
            <a:ext cx="5375669" cy="1916264"/>
          </a:xfrm>
        </p:spPr>
        <p:txBody>
          <a:bodyPr>
            <a:normAutofit/>
          </a:bodyPr>
          <a:lstStyle/>
          <a:p>
            <a:r>
              <a:rPr lang="pt-BR" sz="4000" dirty="0"/>
              <a:t>Modelo Preditivo de Previsão de Defasagem</a:t>
            </a:r>
            <a:br>
              <a:rPr lang="pt-BR" sz="2400" dirty="0"/>
            </a:br>
            <a:r>
              <a:rPr lang="pt-BR" sz="2400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C764C0-5564-AD58-D43E-E31181E8E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831" y="5667298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Ygor Azevedo Carneiro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1CF283-15CF-187D-B2EB-B78A98F9AD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92" r="2" b="99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7E179FC-9CD2-0B5F-8E95-43FBB1998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441" y="3270140"/>
            <a:ext cx="3615697" cy="176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52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B19CD-EB9A-54CA-B67F-6035CE511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Apresentação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4D8306-CEA6-2987-0535-42BE0B393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pt-BR" dirty="0"/>
              <a:t>Entendimento da base</a:t>
            </a:r>
          </a:p>
          <a:p>
            <a:pPr marL="0" indent="0">
              <a:buNone/>
            </a:pPr>
            <a:r>
              <a:rPr lang="pt-BR" dirty="0"/>
              <a:t>2.   Modelo Preditivo</a:t>
            </a:r>
          </a:p>
          <a:p>
            <a:pPr marL="0" indent="0">
              <a:buNone/>
            </a:pPr>
            <a:r>
              <a:rPr lang="pt-BR" dirty="0"/>
              <a:t>3.   Efetividade do Programa</a:t>
            </a:r>
          </a:p>
          <a:p>
            <a:pPr marL="0" indent="0">
              <a:buNone/>
            </a:pPr>
            <a:r>
              <a:rPr lang="pt-BR" dirty="0"/>
              <a:t>4.   Conclusão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364DD4C-5666-2AED-6F5E-A2FE1A2D4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142" y="89652"/>
            <a:ext cx="1920294" cy="93825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66F24FA-6463-A92F-E535-5653286D8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127" y="1152938"/>
            <a:ext cx="4547873" cy="57050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83910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EE48-9173-E0CA-6545-C472D2A3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7BC6D1C-9C92-2D95-33B4-6DB66B10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142" y="89652"/>
            <a:ext cx="1920294" cy="938254"/>
          </a:xfrm>
          <a:prstGeom prst="rect">
            <a:avLst/>
          </a:prstGeom>
        </p:spPr>
      </p:pic>
      <p:pic>
        <p:nvPicPr>
          <p:cNvPr id="3" name="Imagem 2" descr="Base de dados - ícones de networking grátis">
            <a:extLst>
              <a:ext uri="{FF2B5EF4-FFF2-40B4-BE49-F238E27FC236}">
                <a16:creationId xmlns:a16="http://schemas.microsoft.com/office/drawing/2014/main" id="{453B735E-5D8E-D101-982A-D8F5D02DC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87" y="1686206"/>
            <a:ext cx="1254117" cy="1254117"/>
          </a:xfrm>
          <a:prstGeom prst="rect">
            <a:avLst/>
          </a:prstGeom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FD7F41D4-15E3-EBFB-0675-4E5AF6172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507" y="1920192"/>
            <a:ext cx="3695493" cy="917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3030 Registros</a:t>
            </a:r>
          </a:p>
        </p:txBody>
      </p:sp>
      <p:pic>
        <p:nvPicPr>
          <p:cNvPr id="6" name="Imagem 5" descr="Ícone colorido de Calendário em PNG, SVG">
            <a:extLst>
              <a:ext uri="{FF2B5EF4-FFF2-40B4-BE49-F238E27FC236}">
                <a16:creationId xmlns:a16="http://schemas.microsoft.com/office/drawing/2014/main" id="{BBFB74C4-7FB7-D9D4-C9AF-0EA1B6AC8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967" y="3146640"/>
            <a:ext cx="1687958" cy="1687958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9742A779-90BE-9B76-484E-CF33B14552D0}"/>
              </a:ext>
            </a:extLst>
          </p:cNvPr>
          <p:cNvSpPr txBox="1">
            <a:spLocks/>
          </p:cNvSpPr>
          <p:nvPr/>
        </p:nvSpPr>
        <p:spPr>
          <a:xfrm>
            <a:off x="2524584" y="3470190"/>
            <a:ext cx="3695493" cy="917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600" dirty="0"/>
              <a:t>3 Anos</a:t>
            </a:r>
          </a:p>
        </p:txBody>
      </p:sp>
      <p:pic>
        <p:nvPicPr>
          <p:cNvPr id="9" name="Imagem 8" descr="Feature - Free computer icons">
            <a:extLst>
              <a:ext uri="{FF2B5EF4-FFF2-40B4-BE49-F238E27FC236}">
                <a16:creationId xmlns:a16="http://schemas.microsoft.com/office/drawing/2014/main" id="{43F43662-A547-ED47-C05E-A4382806D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337" y="4834598"/>
            <a:ext cx="1516588" cy="1516588"/>
          </a:xfrm>
          <a:prstGeom prst="rect">
            <a:avLst/>
          </a:prstGeom>
        </p:spPr>
      </p:pic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CC977389-79BD-D4A7-5797-B7C90C00E0A3}"/>
              </a:ext>
            </a:extLst>
          </p:cNvPr>
          <p:cNvSpPr txBox="1">
            <a:spLocks/>
          </p:cNvSpPr>
          <p:nvPr/>
        </p:nvSpPr>
        <p:spPr>
          <a:xfrm>
            <a:off x="2748546" y="5228754"/>
            <a:ext cx="3695493" cy="917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600" dirty="0"/>
              <a:t>45 Colunas</a:t>
            </a:r>
            <a:endParaRPr lang="pt-BR" sz="1600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07529C2-2CFC-9F66-48E1-1561134A1FA8}"/>
              </a:ext>
            </a:extLst>
          </p:cNvPr>
          <p:cNvSpPr/>
          <p:nvPr/>
        </p:nvSpPr>
        <p:spPr>
          <a:xfrm>
            <a:off x="6885830" y="1686206"/>
            <a:ext cx="4019879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Com perfis detalhados de estudantes 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FE187A7-707C-5393-42FD-F7FB1604D206}"/>
              </a:ext>
            </a:extLst>
          </p:cNvPr>
          <p:cNvSpPr/>
          <p:nvPr/>
        </p:nvSpPr>
        <p:spPr>
          <a:xfrm>
            <a:off x="6885829" y="3429000"/>
            <a:ext cx="4019879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2022, 2023 e 2024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16887117-4311-5121-8D42-F76180DE6932}"/>
              </a:ext>
            </a:extLst>
          </p:cNvPr>
          <p:cNvSpPr/>
          <p:nvPr/>
        </p:nvSpPr>
        <p:spPr>
          <a:xfrm>
            <a:off x="6885829" y="5120464"/>
            <a:ext cx="4019879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Dados psicossociais, comportamentais, defasagem e níveis de formação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624800A-EFEA-291F-B67E-6181C4C2C265}"/>
              </a:ext>
            </a:extLst>
          </p:cNvPr>
          <p:cNvSpPr/>
          <p:nvPr/>
        </p:nvSpPr>
        <p:spPr>
          <a:xfrm>
            <a:off x="-1" y="182880"/>
            <a:ext cx="5327375" cy="845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/>
              <a:t>Entendimento da Base</a:t>
            </a:r>
          </a:p>
        </p:txBody>
      </p:sp>
    </p:spTree>
    <p:extLst>
      <p:ext uri="{BB962C8B-B14F-4D97-AF65-F5344CB8AC3E}">
        <p14:creationId xmlns:p14="http://schemas.microsoft.com/office/powerpoint/2010/main" val="3475103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B36F9-EA69-3227-18AC-8A69D68BB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E6157D5-6AB9-26DB-EFA7-CF82BCE7B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142" y="89652"/>
            <a:ext cx="1920294" cy="938254"/>
          </a:xfrm>
          <a:prstGeom prst="rect">
            <a:avLst/>
          </a:prstGeom>
        </p:spPr>
      </p:pic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B8EDD982-F84C-47F1-036F-B4DADCBFB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1480" y="2072151"/>
            <a:ext cx="3695493" cy="917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Identificação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31350A20-2920-6F46-181B-9F62CAAAC1FC}"/>
              </a:ext>
            </a:extLst>
          </p:cNvPr>
          <p:cNvSpPr txBox="1">
            <a:spLocks/>
          </p:cNvSpPr>
          <p:nvPr/>
        </p:nvSpPr>
        <p:spPr>
          <a:xfrm>
            <a:off x="2344847" y="3468250"/>
            <a:ext cx="3695493" cy="9175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600" dirty="0"/>
              <a:t>Indicadores de Desenvolvimento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6686B2E5-C4F1-8FFD-77A9-E094D66EAD2A}"/>
              </a:ext>
            </a:extLst>
          </p:cNvPr>
          <p:cNvSpPr txBox="1">
            <a:spLocks/>
          </p:cNvSpPr>
          <p:nvPr/>
        </p:nvSpPr>
        <p:spPr>
          <a:xfrm>
            <a:off x="2344846" y="5011525"/>
            <a:ext cx="3695493" cy="9175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600" dirty="0"/>
              <a:t>Síntese e classificação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76601848-51C0-ACF4-71E5-73894FE11CFA}"/>
              </a:ext>
            </a:extLst>
          </p:cNvPr>
          <p:cNvSpPr/>
          <p:nvPr/>
        </p:nvSpPr>
        <p:spPr>
          <a:xfrm>
            <a:off x="838201" y="1966161"/>
            <a:ext cx="1264257" cy="10048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/>
              <a:t>1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921F4E2F-4676-499B-C97F-AAC39AE17AC6}"/>
              </a:ext>
            </a:extLst>
          </p:cNvPr>
          <p:cNvSpPr/>
          <p:nvPr/>
        </p:nvSpPr>
        <p:spPr>
          <a:xfrm>
            <a:off x="838200" y="3405875"/>
            <a:ext cx="1264257" cy="10048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/>
              <a:t>2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37DA130C-FFA6-C4C9-F722-86B80332E93D}"/>
              </a:ext>
            </a:extLst>
          </p:cNvPr>
          <p:cNvSpPr/>
          <p:nvPr/>
        </p:nvSpPr>
        <p:spPr>
          <a:xfrm>
            <a:off x="838200" y="5011525"/>
            <a:ext cx="1264257" cy="10048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/>
              <a:t>3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76A578C-F8F7-A984-C266-614C91FB07D4}"/>
              </a:ext>
            </a:extLst>
          </p:cNvPr>
          <p:cNvSpPr/>
          <p:nvPr/>
        </p:nvSpPr>
        <p:spPr>
          <a:xfrm>
            <a:off x="-1" y="182880"/>
            <a:ext cx="5327375" cy="845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/>
              <a:t>Entendimento da Base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11A4138-AC28-6AC7-7938-1F07495578DD}"/>
              </a:ext>
            </a:extLst>
          </p:cNvPr>
          <p:cNvSpPr/>
          <p:nvPr/>
        </p:nvSpPr>
        <p:spPr>
          <a:xfrm>
            <a:off x="7013051" y="1966161"/>
            <a:ext cx="2759102" cy="10235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Ano de ingresso</a:t>
            </a:r>
          </a:p>
          <a:p>
            <a:pPr algn="ctr"/>
            <a:r>
              <a:rPr lang="pt-BR" sz="1400" dirty="0"/>
              <a:t>Fase</a:t>
            </a:r>
          </a:p>
          <a:p>
            <a:pPr algn="ctr"/>
            <a:r>
              <a:rPr lang="pt-BR" sz="1400" dirty="0"/>
              <a:t>Turma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FA4F014A-A85A-9453-481A-9A1D043F0564}"/>
              </a:ext>
            </a:extLst>
          </p:cNvPr>
          <p:cNvSpPr/>
          <p:nvPr/>
        </p:nvSpPr>
        <p:spPr>
          <a:xfrm>
            <a:off x="7013051" y="3405875"/>
            <a:ext cx="2759102" cy="10235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Engajamento, Aprendizagem, Autoavaliação, Aspectos psicossociais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D1D3B0F8-0A04-C04F-A8F8-B0298B014248}"/>
              </a:ext>
            </a:extLst>
          </p:cNvPr>
          <p:cNvSpPr/>
          <p:nvPr/>
        </p:nvSpPr>
        <p:spPr>
          <a:xfrm>
            <a:off x="7013051" y="4958530"/>
            <a:ext cx="2759102" cy="10235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INDE (Índice Geral)</a:t>
            </a:r>
          </a:p>
          <a:p>
            <a:pPr algn="ctr"/>
            <a:r>
              <a:rPr lang="pt-BR" sz="1400" dirty="0"/>
              <a:t>Pedra</a:t>
            </a:r>
          </a:p>
          <a:p>
            <a:pPr algn="ctr"/>
            <a:r>
              <a:rPr lang="pt-BR" sz="1400" dirty="0"/>
              <a:t>Defasagem</a:t>
            </a:r>
          </a:p>
        </p:txBody>
      </p:sp>
    </p:spTree>
    <p:extLst>
      <p:ext uri="{BB962C8B-B14F-4D97-AF65-F5344CB8AC3E}">
        <p14:creationId xmlns:p14="http://schemas.microsoft.com/office/powerpoint/2010/main" val="462098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71A35-AEF8-E650-109C-EC4F34E0D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C231A2F8-FCCE-3E3B-C92B-E33616E7C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749" y="605392"/>
            <a:ext cx="3532393" cy="280058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74524E0-B608-14D2-550B-996A2DFE8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142" y="89652"/>
            <a:ext cx="1920294" cy="93825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E9384CE-96F6-F69C-67C2-AED0F80983D6}"/>
              </a:ext>
            </a:extLst>
          </p:cNvPr>
          <p:cNvSpPr/>
          <p:nvPr/>
        </p:nvSpPr>
        <p:spPr>
          <a:xfrm>
            <a:off x="-1" y="182880"/>
            <a:ext cx="5327375" cy="845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/>
              <a:t>Modelo Preditivo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12C23E8-75B7-031E-3B65-35172F2D2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04" y="2611846"/>
            <a:ext cx="5701085" cy="1825772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FBCE7B43-A20F-4E12-599B-94FC98F29107}"/>
              </a:ext>
            </a:extLst>
          </p:cNvPr>
          <p:cNvSpPr/>
          <p:nvPr/>
        </p:nvSpPr>
        <p:spPr>
          <a:xfrm>
            <a:off x="0" y="1609578"/>
            <a:ext cx="3087347" cy="422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Construção do Modelo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391D311-4A36-84E9-4F29-0D43ECA5E8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939" y="5092682"/>
            <a:ext cx="5068007" cy="1419423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14CB89FF-D3A6-FEE8-D3D1-7683401167CE}"/>
              </a:ext>
            </a:extLst>
          </p:cNvPr>
          <p:cNvSpPr/>
          <p:nvPr/>
        </p:nvSpPr>
        <p:spPr>
          <a:xfrm>
            <a:off x="468939" y="5335166"/>
            <a:ext cx="4937760" cy="27939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AB918613-B7D4-221A-C2C2-C3711C6B50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7749" y="3360088"/>
            <a:ext cx="3532393" cy="271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82F0-4D1F-8006-72E2-387BCDB7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4E8359A-5724-0027-467B-1FEFA7DD5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142" y="89652"/>
            <a:ext cx="1920294" cy="93825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4E742A1-C5EA-F028-DE6A-34594325C061}"/>
              </a:ext>
            </a:extLst>
          </p:cNvPr>
          <p:cNvSpPr/>
          <p:nvPr/>
        </p:nvSpPr>
        <p:spPr>
          <a:xfrm>
            <a:off x="-1" y="182880"/>
            <a:ext cx="5327375" cy="845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/>
              <a:t>Modelo Preditivo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6E1DD0C-D457-939D-D9E4-3E4F5564A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152" y="897950"/>
            <a:ext cx="3681526" cy="50620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3A70E9B-D0F2-8951-4667-F35FADFFC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50" y="3656387"/>
            <a:ext cx="5572903" cy="1962424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2619889-557E-180C-96CA-159D7772E7FA}"/>
              </a:ext>
            </a:extLst>
          </p:cNvPr>
          <p:cNvSpPr txBox="1"/>
          <p:nvPr/>
        </p:nvSpPr>
        <p:spPr>
          <a:xfrm>
            <a:off x="205880" y="1697246"/>
            <a:ext cx="51214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2 Opções para escolher o tipo do aluno;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Maior assertividade em alunos que estão na base a pelo menos 2 anos.</a:t>
            </a:r>
          </a:p>
        </p:txBody>
      </p: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002D519D-3279-2742-A769-D01A30CB0E0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58602" y="3201613"/>
            <a:ext cx="3665550" cy="2189811"/>
          </a:xfrm>
          <a:prstGeom prst="bentConnector4">
            <a:avLst>
              <a:gd name="adj1" fmla="val 11991"/>
              <a:gd name="adj2" fmla="val 126022"/>
            </a:avLst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964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E7B2F-8857-44CE-6A10-8C5DFBB95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8C7457A-717F-F343-5493-C4911F984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142" y="89652"/>
            <a:ext cx="1920294" cy="93825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06B73F4-8B69-8EC3-3D38-900BAF3302B1}"/>
              </a:ext>
            </a:extLst>
          </p:cNvPr>
          <p:cNvSpPr/>
          <p:nvPr/>
        </p:nvSpPr>
        <p:spPr>
          <a:xfrm>
            <a:off x="-1" y="182880"/>
            <a:ext cx="5327375" cy="845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/>
              <a:t>Efetividade do Programa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6F5B9B-31D5-3D4A-F331-B1160013B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388" y="2242272"/>
            <a:ext cx="5428534" cy="29923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BB66087-07A3-FDEA-1CA0-2AA8DD97C62F}"/>
              </a:ext>
            </a:extLst>
          </p:cNvPr>
          <p:cNvSpPr txBox="1"/>
          <p:nvPr/>
        </p:nvSpPr>
        <p:spPr>
          <a:xfrm>
            <a:off x="205880" y="1697246"/>
            <a:ext cx="51214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Menos defasagem ao longo do tempo e maior quantidade de alunos Adiantado e Adequado;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Pedras Topázio evoluindo de forma rápida.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C974B2C-C5BE-ABF6-62E3-14E259EE8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80" y="3738464"/>
            <a:ext cx="5181198" cy="2844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52F04ABF-5CEB-7C6B-8587-502AFDF66EB1}"/>
              </a:ext>
            </a:extLst>
          </p:cNvPr>
          <p:cNvSpPr/>
          <p:nvPr/>
        </p:nvSpPr>
        <p:spPr>
          <a:xfrm>
            <a:off x="0" y="3064957"/>
            <a:ext cx="3087347" cy="422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Evolução das Pedras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FF88513-F435-86AE-C80D-BA50BF007396}"/>
              </a:ext>
            </a:extLst>
          </p:cNvPr>
          <p:cNvSpPr/>
          <p:nvPr/>
        </p:nvSpPr>
        <p:spPr>
          <a:xfrm>
            <a:off x="6390388" y="1565188"/>
            <a:ext cx="3087347" cy="422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Menor Defasagem</a:t>
            </a:r>
          </a:p>
        </p:txBody>
      </p:sp>
    </p:spTree>
    <p:extLst>
      <p:ext uri="{BB962C8B-B14F-4D97-AF65-F5344CB8AC3E}">
        <p14:creationId xmlns:p14="http://schemas.microsoft.com/office/powerpoint/2010/main" val="3322696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F36FD-4C70-7228-7068-B6F90079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6EF6C43-0A0A-B2BB-A9E3-2F8179193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142" y="89652"/>
            <a:ext cx="1920294" cy="93825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72C338C-46E6-46B0-7B2E-E652A33FDE15}"/>
              </a:ext>
            </a:extLst>
          </p:cNvPr>
          <p:cNvSpPr/>
          <p:nvPr/>
        </p:nvSpPr>
        <p:spPr>
          <a:xfrm>
            <a:off x="-1" y="182880"/>
            <a:ext cx="5327375" cy="845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/>
              <a:t>Conclusão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580924CB-A1C2-6F62-64A9-6A352EC5E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689" y="1436011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pt-BR" dirty="0"/>
              <a:t>Engajamento e fatores Psicossociais são relevantes (IEG e IPV);</a:t>
            </a:r>
          </a:p>
          <a:p>
            <a:pPr marL="514350" indent="-514350">
              <a:buAutoNum type="arabicPeriod"/>
            </a:pPr>
            <a:r>
              <a:rPr lang="pt-BR" dirty="0"/>
              <a:t>Histórico melhora previsão;</a:t>
            </a:r>
          </a:p>
          <a:p>
            <a:pPr marL="514350" indent="-514350">
              <a:buAutoNum type="arabicPeriod"/>
            </a:pPr>
            <a:r>
              <a:rPr lang="pt-BR" dirty="0"/>
              <a:t>Risco de defasagem é identificável.</a:t>
            </a:r>
          </a:p>
          <a:p>
            <a:pPr marL="514350" indent="-514350">
              <a:buAutoNum type="arabicPeriod"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8CEB122-DDAD-9B1C-579F-B21BB06C6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607" y="3171632"/>
            <a:ext cx="7821660" cy="368636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06803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9039</TotalTime>
  <Words>173</Words>
  <Application>Microsoft Office PowerPoint</Application>
  <PresentationFormat>Widescreen</PresentationFormat>
  <Paragraphs>45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Modelo Preditivo de Previsão de Defasagem  </vt:lpstr>
      <vt:lpstr>Cronograma Apresentação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Ygor Azevedo</dc:creator>
  <cp:lastModifiedBy>Ygor Azevedo</cp:lastModifiedBy>
  <cp:revision>1</cp:revision>
  <dcterms:created xsi:type="dcterms:W3CDTF">2026-07-30T16:03:38Z</dcterms:created>
  <dcterms:modified xsi:type="dcterms:W3CDTF">2026-08-09T02:50:34Z</dcterms:modified>
</cp:coreProperties>
</file>